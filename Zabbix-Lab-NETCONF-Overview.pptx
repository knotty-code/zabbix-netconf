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Shape 1"/>
          <p:cNvSpPr/>
          <p:nvPr/>
        </p:nvSpPr>
        <p:spPr>
          <a:xfrm>
            <a:off x="5806440" y="0"/>
            <a:ext cx="3337560" cy="5143500"/>
          </a:xfrm>
          <a:prstGeom prst="rect">
            <a:avLst/>
          </a:prstGeom>
          <a:solidFill>
            <a:srgbClr val="0A2230"/>
          </a:solidFill>
          <a:ln/>
        </p:spPr>
      </p:sp>
      <p:sp>
        <p:nvSpPr>
          <p:cNvPr id="4" name="Shape 2"/>
          <p:cNvSpPr/>
          <p:nvPr/>
        </p:nvSpPr>
        <p:spPr>
          <a:xfrm>
            <a:off x="5806440" y="0"/>
            <a:ext cx="54864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972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A3A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LAB OVERVIEW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Zabbix Lab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NETCONF Monitoring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2788920"/>
            <a:ext cx="2377440" cy="36576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9718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0C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Magic Kingdom border leafs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8C0C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7250 IXR-X1b · SR Linux · No SNMP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44348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8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From lab/zabbix/README.md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A3A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bleaf1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1527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172.30.40.21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2648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A3A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bleaf2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2532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172.30.40.22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2648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A3A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35387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localhost:8080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800600"/>
            <a:ext cx="502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A3A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Zabbix Lab · NETCONF · Magic Kingdom X1b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0" y="4800600"/>
            <a:ext cx="3017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 SNMP  ·  Native SSH NETCONF  ·  SR Linux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 / 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16459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D737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TARGETS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Containerlab X1b border leafs — monitor without SNMP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749808"/>
            <a:ext cx="406908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749808"/>
            <a:ext cx="4069080" cy="91440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69848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43000" y="102412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Border leaf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43000" y="12527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bleaf1.magic-kingdom.io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85800" y="1801368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4A5C6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Mgmt IP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2E3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172.30.40.21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4A5C6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Platform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2E3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7250 IXR-X1b · SR Linux 26.3.1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754880" y="749808"/>
            <a:ext cx="406908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749808"/>
            <a:ext cx="4069080" cy="91440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069848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40680" y="102412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Border leaf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440680" y="12527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bleaf2.magic-kingdom.io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983480" y="1801368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4A5C6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Mgmt IP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2E3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172.30.40.22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4A5C6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Platform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2E3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7250 IXR-X1b · SR Linux 26.3.1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57200" y="3127248"/>
            <a:ext cx="8229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57200" y="3127248"/>
            <a:ext cx="73152" cy="123444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2" name="Text 18"/>
          <p:cNvSpPr/>
          <p:nvPr/>
        </p:nvSpPr>
        <p:spPr>
          <a:xfrm>
            <a:off x="731520" y="32644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Lab context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731520" y="358444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Topology: repo-hq-magic-kingdom/eda/lab/magic-kingdom.clab.yml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Credentials: admin / NokiaSrl1!   ·   Production (Zabbix ≥7.2): native ssh.run[...,netconf] — see ZABBIX-NETCONF-ADMIN-GUIDE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800600"/>
            <a:ext cx="502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A3A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Zabbix Lab · NETCONF · Magic Kingdom X1b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0" y="4800600"/>
            <a:ext cx="3017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 SNMP  ·  Native SSH NETCONF  ·  SR Linux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 / 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16459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D737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QUICK START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Bring up the stack and register hosts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749808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914400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8869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cd lab/zabbix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118872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Requires containerlab network magic-kingdom-mgmt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618488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175564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docker compose up -d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205740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Postgres · Zabbix 7.4 · web · StartSSH pollers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487168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2651760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262432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python3 scripts/zabbix_register_bleafs.py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292608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Hosts + native ssh.run[...,netconf] items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355848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3520440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25880" y="349300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Open UI → Latest data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25880" y="379476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Magic Kingdom · ssh.run masters + netconf.*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800600"/>
            <a:ext cx="502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A3A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Zabbix Lab · NETCONF · Magic Kingdom X1b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0" y="4800600"/>
            <a:ext cx="3017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 SNMP  ·  Native SSH NETCONF  ·  SR Linux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 / 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16459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D737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ACCESS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How to log in and find the data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749808"/>
            <a:ext cx="40690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749808"/>
            <a:ext cx="73152" cy="1554480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69848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10241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Zabbix UI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280160" y="143560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http://localhost:8080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Admin / zabbix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754880" y="749808"/>
            <a:ext cx="40690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54880" y="749808"/>
            <a:ext cx="73152" cy="1554480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69848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77840" y="10241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SSH / NETCONF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577840" y="143560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Port 22 on bleafs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subsystem netconf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57200" y="2441448"/>
            <a:ext cx="40690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" y="2441448"/>
            <a:ext cx="73152" cy="1554480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61488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80160" y="27157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SSH pollers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280160" y="312724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ZBX_STARTSSH=5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Native Zabbix 7.4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4754880" y="2441448"/>
            <a:ext cx="40690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54880" y="2441448"/>
            <a:ext cx="73152" cy="1554480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761488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77840" y="27157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Latest data path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5577840" y="312724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Monitoring → Latest data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Group: Magic Kingdom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800600"/>
            <a:ext cx="502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A3A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Zabbix Lab · NETCONF · Magic Kingdom X1b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0" y="4800600"/>
            <a:ext cx="3017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 SNMP  ·  Native SSH NETCONF  ·  SR Linux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 / 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16459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D737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Native path: Zabbix SSH pollers → NETCONF subsystem on X1b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886968"/>
            <a:ext cx="2468880" cy="1417320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0698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Zabbix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152704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C0C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SSH pollers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C0C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StartSSH ≥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88920" y="1252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5C6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200400" y="886968"/>
            <a:ext cx="2468880" cy="1417320"/>
          </a:xfrm>
          <a:prstGeom prst="rect">
            <a:avLst/>
          </a:prstGeom>
          <a:solidFill>
            <a:srgbClr val="0F2B3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10698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X1b bleafs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37560" y="152704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C0C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NETCONF/SSH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C0C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:22 subsystem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32120" y="1252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5C6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943600" y="886968"/>
            <a:ext cx="2468880" cy="1417320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0" y="10698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Items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80760" y="152704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C0C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ssh.run masters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C0C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+ dependents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578608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27157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Why this design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3081528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A5C6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X1b runs SR Linux — SNMP was the operational pain point.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A5C6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Zabbix 7.2+ uses SSH agent + subsystem netconf (not a separate item type).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A5C6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Lab path: StartSSH pollers run RPCs; JS preprocessing fills netconf.* dependents.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A5C6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All Zabbix services join Docker network magic-kingdom-mgmt (same as containerlab).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800600"/>
            <a:ext cx="502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A3A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Zabbix Lab · NETCONF · Magic Kingdom X1b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0" y="4800600"/>
            <a:ext cx="3017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 SNMP  ·  Native SSH NETCONF  ·  SR Linux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6 / 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16459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D737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METRICS &amp; DEVICE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SSH masters + dependents · NETCONF on SR Linux port 22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749808"/>
            <a:ext cx="406908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749808"/>
            <a:ext cx="4069080" cy="41148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822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Items (per host)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12984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netconf.availability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14813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Probe success 1/0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17556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netconf.caps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19385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Capability smoke test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2128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netconf.hostname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2395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System host-name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26700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netconf.if.summary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28529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Interface oper summary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1272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netconf.version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3101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Software version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5844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netconf.optics.*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37673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Cages / present / missing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749808"/>
            <a:ext cx="397764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749808"/>
            <a:ext cx="3977640" cy="4114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822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Enable on X1b (SRL)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92040" y="129844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SSH subsystem on port 22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(not classic 830)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92040" y="1892808"/>
            <a:ext cx="3611880" cy="1554480"/>
          </a:xfrm>
          <a:prstGeom prst="rect">
            <a:avLst/>
          </a:prstGeom>
          <a:solidFill>
            <a:srgbClr val="1A2E35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2029968"/>
            <a:ext cx="3337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E8D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system netconf-server mgmt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E8D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admin-state enable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E8D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ssh-server mgmt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E8D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363016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Re-apply if EDA reconciles config.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gNMI already on :57410 (EDA TLS).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800600"/>
            <a:ext cx="502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A3A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Zabbix Lab · NETCONF · Magic Kingdom X1b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0" y="4800600"/>
            <a:ext cx="3017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 SNMP  ·  Native SSH NETCONF  ·  SR Linux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7 / 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16459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D737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FILES &amp; SECURITY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Repo artifacts and lab-only credentials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749808"/>
            <a:ext cx="40690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85953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ZABBIX-NETCONF-ADMIN-GUIDE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16128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Full admin handbook (+ .docx)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749808"/>
            <a:ext cx="40690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85953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docker-compose.yml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16128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Postgres + Zabbix 7.4 + StartSSH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618488"/>
            <a:ext cx="40690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172821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zabbix_register_bleafs.py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202996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API: hosts + ssh.run NETCONF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618488"/>
            <a:ext cx="40690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172821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netconf_probe.py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02996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Optional offline probe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487168"/>
            <a:ext cx="40690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25968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netconf_optics_inventory.py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289864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Optional optics inventory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2487168"/>
            <a:ext cx="40690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37760" y="25968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netconf_poller.py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289864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Legacy trapper only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538728"/>
            <a:ext cx="8229600" cy="822960"/>
          </a:xfrm>
          <a:prstGeom prst="rect">
            <a:avLst/>
          </a:prstGeom>
          <a:solidFill>
            <a:srgbClr val="0F2B3C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749040"/>
            <a:ext cx="292608" cy="29260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097280" y="367588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Security: lab defaults only (Admin/zabbix, admin/NokiaSrl1!). Do not expose 8080/10051 beyond the lab host without hardening.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Zabbix Lab — NETCONF Monitoring of Magic Kingdom X1b</dc:title>
  <dc:subject>Overview from lab/zabbix/README.md</dc:subject>
  <dc:creator>NokiProd</dc:creator>
  <cp:lastModifiedBy>NokiProd</cp:lastModifiedBy>
  <cp:revision>1</cp:revision>
  <dcterms:created xsi:type="dcterms:W3CDTF">2026-08-11T20:40:59Z</dcterms:created>
  <dcterms:modified xsi:type="dcterms:W3CDTF">2026-08-11T20:40:59Z</dcterms:modified>
</cp:coreProperties>
</file>